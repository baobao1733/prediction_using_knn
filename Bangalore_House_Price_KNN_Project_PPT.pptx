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iPhone Purchase Prediction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Interview-Ready Case Study</a:t>
            </a:r>
          </a:p>
          <a:p>
            <a:r>
              <a:rPr dirty="0"/>
              <a:t>Tools: Python, Pandas, NumPy, Seaborn, </a:t>
            </a:r>
            <a:r>
              <a:rPr dirty="0" err="1"/>
              <a:t>Sklearn</a:t>
            </a:r>
            <a:r>
              <a:rPr lang="en-IN" dirty="0"/>
              <a:t>, matplotlib</a:t>
            </a:r>
            <a:endParaRPr dirty="0"/>
          </a:p>
          <a:p>
            <a:r>
              <a:rPr dirty="0"/>
              <a:t>By: Nikhil Jaiswal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2504"/>
          </a:xfrm>
        </p:spPr>
        <p:txBody>
          <a:bodyPr>
            <a:normAutofit fontScale="90000"/>
          </a:bodyPr>
          <a:lstStyle/>
          <a:p>
            <a:r>
              <a:rPr dirty="0"/>
              <a:t>Business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EEA3A-33CD-AEC3-718F-4F2C0390C8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930" y="1294140"/>
            <a:ext cx="8512139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predict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of houses in Bangalore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property features such as: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square footage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BHKs, bathrooms, balconies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per square foot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Buyers in estimating fair market value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Sellers in competitive pricing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estate platforms in instant price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2229"/>
          </a:xfrm>
        </p:spPr>
        <p:txBody>
          <a:bodyPr>
            <a:noAutofit/>
          </a:bodyPr>
          <a:lstStyle/>
          <a:p>
            <a:r>
              <a:rPr lang="en-IN" dirty="0"/>
              <a:t>Solution</a:t>
            </a:r>
            <a:endParaRPr dirty="0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657C3BF4-2B97-64F2-6D84-1FEECCBB9D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06867"/>
            <a:ext cx="8553593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historical Bangalore housing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 between size and price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 of BHK, bathrooms, and price per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sqft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distribution and outliers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key numerical features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Scaled features for distance-based learning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B74EC-2F0E-859E-07DC-2D5017B636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3388" y="1207779"/>
            <a:ext cx="7143302" cy="3070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Regression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Predicted continuous house prices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 and R² score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Output: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 price predictions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unseen properties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99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5245"/>
          </a:xfrm>
        </p:spPr>
        <p:txBody>
          <a:bodyPr/>
          <a:lstStyle/>
          <a:p>
            <a:r>
              <a:rPr dirty="0"/>
              <a:t>Business Impact &amp;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0147B3-540C-111A-1408-1F2E2F15A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19755"/>
            <a:ext cx="8327204" cy="5748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💼 Business Impact</a:t>
            </a:r>
          </a:p>
          <a:p>
            <a:r>
              <a:rPr lang="en-US" sz="2400" dirty="0"/>
              <a:t>🏡 </a:t>
            </a:r>
            <a:r>
              <a:rPr lang="en-US" sz="2400" b="1" dirty="0"/>
              <a:t>Fair Price Estimation</a:t>
            </a:r>
            <a:endParaRPr lang="en-US" sz="2400" dirty="0"/>
          </a:p>
          <a:p>
            <a:pPr lvl="1"/>
            <a:r>
              <a:rPr lang="en-US" sz="2400" dirty="0"/>
              <a:t>Helps buyers avoid overpaying</a:t>
            </a:r>
          </a:p>
          <a:p>
            <a:pPr lvl="1"/>
            <a:r>
              <a:rPr lang="en-US" sz="2400" dirty="0"/>
              <a:t>Helps sellers price competitively</a:t>
            </a:r>
          </a:p>
          <a:p>
            <a:r>
              <a:rPr lang="en-US" sz="2400" dirty="0"/>
              <a:t>📊 </a:t>
            </a:r>
            <a:r>
              <a:rPr lang="en-US" sz="2400" b="1" dirty="0"/>
              <a:t>Improved Decision Making</a:t>
            </a:r>
            <a:endParaRPr lang="en-US" sz="2400" dirty="0"/>
          </a:p>
          <a:p>
            <a:pPr lvl="1"/>
            <a:r>
              <a:rPr lang="en-US" sz="2400" dirty="0"/>
              <a:t>Data-backed valuation instead of guesswork</a:t>
            </a:r>
          </a:p>
          <a:p>
            <a:r>
              <a:rPr lang="en-US" sz="2400" dirty="0"/>
              <a:t>🚀 </a:t>
            </a:r>
            <a:r>
              <a:rPr lang="en-US" sz="2400" b="1" dirty="0"/>
              <a:t>Platform Enhancement</a:t>
            </a:r>
            <a:endParaRPr lang="en-US" sz="2400" dirty="0"/>
          </a:p>
          <a:p>
            <a:pPr lvl="1"/>
            <a:r>
              <a:rPr lang="en-US" sz="2400" dirty="0"/>
              <a:t>Can be integrated into real estate apps/websites</a:t>
            </a:r>
          </a:p>
          <a:p>
            <a:r>
              <a:rPr lang="en-US" sz="2400" dirty="0"/>
              <a:t>🧠 </a:t>
            </a:r>
            <a:r>
              <a:rPr lang="en-US" sz="2400" b="1" dirty="0"/>
              <a:t>Key Insights</a:t>
            </a:r>
            <a:endParaRPr lang="en-US" sz="2400" dirty="0"/>
          </a:p>
          <a:p>
            <a:pPr lvl="1"/>
            <a:r>
              <a:rPr lang="en-US" sz="2400" dirty="0"/>
              <a:t>Total square feet and price per </a:t>
            </a:r>
            <a:r>
              <a:rPr lang="en-US" sz="2400" dirty="0" err="1"/>
              <a:t>sqft</a:t>
            </a:r>
            <a:r>
              <a:rPr lang="en-US" sz="2400" dirty="0"/>
              <a:t> are strongest predictors</a:t>
            </a:r>
          </a:p>
          <a:p>
            <a:pPr lvl="1"/>
            <a:r>
              <a:rPr lang="en-US" sz="2400" dirty="0"/>
              <a:t>More BHKs and bathrooms generally increase property value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202</Words>
  <Application>Microsoft Office PowerPoint</Application>
  <PresentationFormat>On-screen Show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iPhone Purchase Prediction</vt:lpstr>
      <vt:lpstr>Business Objective</vt:lpstr>
      <vt:lpstr>Solution</vt:lpstr>
      <vt:lpstr>PowerPoint Presentation</vt:lpstr>
      <vt:lpstr>Business Impact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JAISWAL</dc:creator>
  <cp:keywords/>
  <dc:description>generated using python-pptx</dc:description>
  <cp:lastModifiedBy>NIKHIL JAISWAL</cp:lastModifiedBy>
  <cp:revision>5</cp:revision>
  <dcterms:created xsi:type="dcterms:W3CDTF">2013-01-27T09:14:16Z</dcterms:created>
  <dcterms:modified xsi:type="dcterms:W3CDTF">2026-01-28T15:39:33Z</dcterms:modified>
  <cp:category/>
</cp:coreProperties>
</file>