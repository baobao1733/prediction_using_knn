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64" r:id="rId6"/>
    <p:sldId id="26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iPhone Purchase Prediction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Interview-Ready Case Study</a:t>
            </a:r>
          </a:p>
          <a:p>
            <a:r>
              <a:rPr dirty="0"/>
              <a:t>Tools: Python, Pandas, NumPy, Seaborn, </a:t>
            </a:r>
            <a:r>
              <a:rPr dirty="0" err="1"/>
              <a:t>Sklearn</a:t>
            </a:r>
            <a:r>
              <a:rPr lang="en-IN" dirty="0"/>
              <a:t>, matplotlib</a:t>
            </a:r>
            <a:endParaRPr dirty="0"/>
          </a:p>
          <a:p>
            <a:r>
              <a:rPr dirty="0"/>
              <a:t>By: Nikhil Jaiswal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To predict </a:t>
            </a:r>
            <a:r>
              <a:rPr lang="en-US" b="1" dirty="0"/>
              <a:t>whether a customer will purchase an iPhone</a:t>
            </a:r>
            <a:r>
              <a:rPr lang="en-US" dirty="0"/>
              <a:t> based on:</a:t>
            </a:r>
          </a:p>
          <a:p>
            <a:pPr lvl="1"/>
            <a:r>
              <a:rPr lang="en-US" dirty="0"/>
              <a:t>Gender</a:t>
            </a:r>
          </a:p>
          <a:p>
            <a:pPr lvl="1"/>
            <a:r>
              <a:rPr lang="en-US" dirty="0"/>
              <a:t>Age</a:t>
            </a:r>
          </a:p>
          <a:p>
            <a:pPr lvl="1"/>
            <a:r>
              <a:rPr lang="en-US" dirty="0"/>
              <a:t>Estimated Salary</a:t>
            </a:r>
          </a:p>
          <a:p>
            <a:r>
              <a:rPr lang="en-US" dirty="0"/>
              <a:t>Help stores </a:t>
            </a:r>
            <a:r>
              <a:rPr lang="en-US" b="1" dirty="0"/>
              <a:t>identify high-potential customers</a:t>
            </a:r>
            <a:r>
              <a:rPr lang="en-US" dirty="0"/>
              <a:t> in advance</a:t>
            </a:r>
          </a:p>
          <a:p>
            <a:r>
              <a:rPr lang="en-US" dirty="0"/>
              <a:t>Enable </a:t>
            </a:r>
            <a:r>
              <a:rPr lang="en-US" b="1" dirty="0"/>
              <a:t>data-driven marketing decisions</a:t>
            </a:r>
            <a:r>
              <a:rPr lang="en-US" dirty="0"/>
              <a:t> instead of guesswork</a:t>
            </a:r>
          </a:p>
          <a:p>
            <a:r>
              <a:rPr lang="en-US" dirty="0"/>
              <a:t>Reduce marketing cost by </a:t>
            </a:r>
            <a:r>
              <a:rPr lang="en-US" b="1" dirty="0"/>
              <a:t>targeting the right audience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2229"/>
          </a:xfrm>
        </p:spPr>
        <p:txBody>
          <a:bodyPr>
            <a:noAutofit/>
          </a:bodyPr>
          <a:lstStyle/>
          <a:p>
            <a:r>
              <a:rPr lang="en-IN" dirty="0"/>
              <a:t>Solution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C29F463-3A70-3E86-2B54-CECA5F6110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707733"/>
            <a:ext cx="8229600" cy="3717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Collected and analyzed customer demographic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 (EDA)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understand:</a:t>
            </a:r>
          </a:p>
          <a:p>
            <a:pPr marL="857250" lvl="1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age distribution</a:t>
            </a:r>
          </a:p>
          <a:p>
            <a:pPr marL="857250" lvl="1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Salary patterns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Purchase behavior trends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E26F4C8-75C6-D426-91F7-6144F495C6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4083" y="238381"/>
            <a:ext cx="8275834" cy="5009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Encoded categorical variables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Scaled numerical features for fair distance calculation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K-Nearest Neighbors (KNN) Classification Model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distance-based learning to classify purchase behavior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using accuracy, confusion matrix, and classification report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output:</a:t>
            </a:r>
          </a:p>
          <a:p>
            <a:pPr marL="400050" lvl="1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Purchase = Yes / No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new customers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998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45245"/>
          </a:xfrm>
        </p:spPr>
        <p:txBody>
          <a:bodyPr/>
          <a:lstStyle/>
          <a:p>
            <a:r>
              <a:rPr dirty="0"/>
              <a:t>Business Impact &amp; 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0147B3-540C-111A-1408-1F2E2F15A0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106350"/>
            <a:ext cx="8327204" cy="5575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🎯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Targeted Marketing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promotions on customers most likely to purchase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💰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Optimization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spending on low-conversion customer segments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📈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Conversion Rate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offers for high-income and relevant age groups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Insights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and Salary are key drivers of iPhone purchases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 has minimal influence on buying decisions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🚀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Solution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can be reused for other products or customer segments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58C70-D5BB-857B-785D-F3DDE070E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“This solution enables businesses to move from intuition-based decisions to </a:t>
            </a:r>
            <a:r>
              <a:rPr lang="en-US" b="1" dirty="0"/>
              <a:t>data-driven customer targeting</a:t>
            </a:r>
            <a:r>
              <a:rPr lang="en-US" dirty="0"/>
              <a:t>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194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224</Words>
  <Application>Microsoft Office PowerPoint</Application>
  <PresentationFormat>On-screen Show (4:3)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iPhone Purchase Prediction</vt:lpstr>
      <vt:lpstr>Business Objective</vt:lpstr>
      <vt:lpstr>Solution</vt:lpstr>
      <vt:lpstr>PowerPoint Presentation</vt:lpstr>
      <vt:lpstr>Business Impact &amp; 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NIKHIL JAISWAL</dc:creator>
  <cp:keywords/>
  <dc:description>generated using python-pptx</dc:description>
  <cp:lastModifiedBy>NIKHIL JAISWAL</cp:lastModifiedBy>
  <cp:revision>4</cp:revision>
  <dcterms:created xsi:type="dcterms:W3CDTF">2013-01-27T09:14:16Z</dcterms:created>
  <dcterms:modified xsi:type="dcterms:W3CDTF">2026-01-28T10:20:43Z</dcterms:modified>
  <cp:category/>
</cp:coreProperties>
</file>